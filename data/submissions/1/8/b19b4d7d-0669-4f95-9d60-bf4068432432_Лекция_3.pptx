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</p:sld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5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4.xml"/><Relationship Id="rId29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D3D8BC7-2538-4399-AB25-CF6400CF427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2B5082F-A2CC-4988-BB77-DF6CA99718E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6F801260-11F9-4E1F-A90B-67F2ADD7072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1556664-BF72-466D-AA7B-5CC898C17E4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FD1D3FF2-D679-4A5F-B16F-0459FFA17C7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D5377FDD-B488-48D1-A2A3-527C37D2EE8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BF7D5FB8-46A4-49D5-A1CC-7ED8F273AC5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A5895593-C627-4561-93FA-C727B8A3CCB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34C8D521-7B3C-4470-92EC-2B8235D7CC0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C1095255-234C-4197-BB1A-D6F256877C7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4350240" cy="37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/>
          </p:nvPr>
        </p:nvSpPr>
        <p:spPr>
          <a:xfrm>
            <a:off x="7157160" y="2133720"/>
            <a:ext cx="4350240" cy="37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63B7B30B-CBA4-4D4E-8D28-4406EBED2F8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C7D2BB0C-2009-4EC3-A36B-DD42BA2A4E8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D9E4D1A5-DA87-4EDB-9184-B38B5A4E51C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9C8179EE-7B78-4CF1-8C8D-4B905D25977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C587F3A7-E855-4DB8-80C0-98A03F42A66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lstStyle/>
          <a:p>
            <a:fld id="{AF505049-BAB6-4514-92F6-6BF7F4067B4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34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14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6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Freeform 6"/>
          <p:cNvSpPr/>
          <p:nvPr/>
        </p:nvSpPr>
        <p:spPr>
          <a:xfrm>
            <a:off x="0" y="4323960"/>
            <a:ext cx="1743840" cy="777960"/>
          </a:xfrm>
          <a:custGeom>
            <a:avLst/>
            <a:gdLst>
              <a:gd name="textAreaLeft" fmla="*/ 0 w 1743840"/>
              <a:gd name="textAreaRight" fmla="*/ 1744560 w 1743840"/>
              <a:gd name="textAreaTop" fmla="*/ 0 h 777960"/>
              <a:gd name="textAreaBottom" fmla="*/ 778680 h 777960"/>
            </a:gdLst>
            <a:ahLst/>
            <a:cxn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ftr" idx="1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sldNum" idx="2"/>
          </p:nvPr>
        </p:nvSpPr>
        <p:spPr>
          <a:xfrm>
            <a:off x="531720" y="452952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CA8B943-D637-401F-AA3A-37BE35C0C36D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3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36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8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49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3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1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Freeform 11"/>
          <p:cNvSpPr/>
          <p:nvPr/>
        </p:nvSpPr>
        <p:spPr>
          <a:xfrm flipV="1">
            <a:off x="-3600" y="317736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ftr" idx="4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sldNum" idx="5"/>
          </p:nvPr>
        </p:nvSpPr>
        <p:spPr>
          <a:xfrm>
            <a:off x="531720" y="324396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B965E0A-5403-49FE-880B-CA9177404521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6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67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9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80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2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5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2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Freeform 11"/>
          <p:cNvSpPr/>
          <p:nvPr/>
        </p:nvSpPr>
        <p:spPr>
          <a:xfrm flipV="1">
            <a:off x="-3600" y="317736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13"/>
          <p:cNvSpPr/>
          <p:nvPr/>
        </p:nvSpPr>
        <p:spPr>
          <a:xfrm>
            <a:off x="2467800" y="6480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/>
                </a:solidFill>
                <a:latin typeface="Arial"/>
              </a:rPr>
              <a:t>“</a:t>
            </a:r>
            <a:endParaRPr lang="ru-RU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4"/>
          <p:cNvSpPr/>
          <p:nvPr/>
        </p:nvSpPr>
        <p:spPr>
          <a:xfrm>
            <a:off x="11115000" y="2905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/>
                </a:solidFill>
                <a:latin typeface="Arial"/>
              </a:rPr>
              <a:t>”</a:t>
            </a:r>
            <a:endParaRPr lang="ru-RU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ftr" idx="7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97" name="PlaceHolder 2"/>
          <p:cNvSpPr>
            <a:spLocks noGrp="1"/>
          </p:cNvSpPr>
          <p:nvPr>
            <p:ph type="sldNum" idx="8"/>
          </p:nvPr>
        </p:nvSpPr>
        <p:spPr>
          <a:xfrm>
            <a:off x="531720" y="324396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7E46FC7-F3BD-46DB-AFCB-413263776C57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9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100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3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4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8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1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2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113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4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9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4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5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Freeform 11"/>
          <p:cNvSpPr/>
          <p:nvPr/>
        </p:nvSpPr>
        <p:spPr>
          <a:xfrm flipV="1">
            <a:off x="-3600" y="491112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ftr" idx="10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28" name="PlaceHolder 2"/>
          <p:cNvSpPr>
            <a:spLocks noGrp="1"/>
          </p:cNvSpPr>
          <p:nvPr>
            <p:ph type="sldNum" idx="11"/>
          </p:nvPr>
        </p:nvSpPr>
        <p:spPr>
          <a:xfrm>
            <a:off x="531720" y="498312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6BB1141-04D2-4FCE-BB79-F74F30832A1B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12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131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3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144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2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6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Freeform 11"/>
          <p:cNvSpPr/>
          <p:nvPr/>
        </p:nvSpPr>
        <p:spPr>
          <a:xfrm flipV="1">
            <a:off x="-3600" y="491112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Box 16"/>
          <p:cNvSpPr/>
          <p:nvPr/>
        </p:nvSpPr>
        <p:spPr>
          <a:xfrm>
            <a:off x="2467800" y="6480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/>
                </a:solidFill>
                <a:latin typeface="Arial"/>
              </a:rPr>
              <a:t>“</a:t>
            </a:r>
            <a:endParaRPr lang="ru-RU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17"/>
          <p:cNvSpPr/>
          <p:nvPr/>
        </p:nvSpPr>
        <p:spPr>
          <a:xfrm>
            <a:off x="11115000" y="2905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/>
                </a:solidFill>
                <a:latin typeface="Arial"/>
              </a:rPr>
              <a:t>”</a:t>
            </a:r>
            <a:endParaRPr lang="ru-RU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ftr" idx="13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61" name="PlaceHolder 2"/>
          <p:cNvSpPr>
            <a:spLocks noGrp="1"/>
          </p:cNvSpPr>
          <p:nvPr>
            <p:ph type="sldNum" idx="14"/>
          </p:nvPr>
        </p:nvSpPr>
        <p:spPr>
          <a:xfrm>
            <a:off x="531720" y="498312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0C5C1FC-A2D6-44B1-A3E3-763E7C79B4E9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dt" idx="15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164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76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177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8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9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0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89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Freeform 11"/>
          <p:cNvSpPr/>
          <p:nvPr/>
        </p:nvSpPr>
        <p:spPr>
          <a:xfrm flipV="1">
            <a:off x="-3600" y="491112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ftr" idx="16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sldNum" idx="17"/>
          </p:nvPr>
        </p:nvSpPr>
        <p:spPr>
          <a:xfrm>
            <a:off x="531720" y="498312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2BE085C-1348-4D09-9C27-F543FCFF97CD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dt" idx="18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195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0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2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4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6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7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208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0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1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2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3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4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5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6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7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8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9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20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Freeform 11"/>
          <p:cNvSpPr/>
          <p:nvPr/>
        </p:nvSpPr>
        <p:spPr>
          <a:xfrm flipV="1">
            <a:off x="-3600" y="71280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ftr" idx="19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23" name="PlaceHolder 2"/>
          <p:cNvSpPr>
            <a:spLocks noGrp="1"/>
          </p:cNvSpPr>
          <p:nvPr>
            <p:ph type="sldNum" idx="20"/>
          </p:nvPr>
        </p:nvSpPr>
        <p:spPr>
          <a:xfrm>
            <a:off x="531720" y="78768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3BB9245-6EDE-4831-A44D-1F7D4E6A2B07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dt" idx="21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226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8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9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0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1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2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3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4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5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6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7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8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239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0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1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2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3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4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5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6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7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8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9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0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51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Freeform 11"/>
          <p:cNvSpPr/>
          <p:nvPr/>
        </p:nvSpPr>
        <p:spPr>
          <a:xfrm flipV="1">
            <a:off x="-3600" y="71280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ftr" idx="22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54" name="PlaceHolder 2"/>
          <p:cNvSpPr>
            <a:spLocks noGrp="1"/>
          </p:cNvSpPr>
          <p:nvPr>
            <p:ph type="sldNum" idx="23"/>
          </p:nvPr>
        </p:nvSpPr>
        <p:spPr>
          <a:xfrm>
            <a:off x="531720" y="78768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2367B7C-C916-47FD-90AC-3ED318B85370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dt" idx="24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257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8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9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0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1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2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3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4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5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6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7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9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270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1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2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3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4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5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6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7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8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9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0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1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82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Freeform 11"/>
          <p:cNvSpPr/>
          <p:nvPr/>
        </p:nvSpPr>
        <p:spPr>
          <a:xfrm flipV="1">
            <a:off x="-3600" y="71280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86" name="PlaceHolder 3"/>
          <p:cNvSpPr>
            <a:spLocks noGrp="1"/>
          </p:cNvSpPr>
          <p:nvPr>
            <p:ph type="ftr" idx="25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87" name="PlaceHolder 4"/>
          <p:cNvSpPr>
            <a:spLocks noGrp="1"/>
          </p:cNvSpPr>
          <p:nvPr>
            <p:ph type="sldNum" idx="26"/>
          </p:nvPr>
        </p:nvSpPr>
        <p:spPr>
          <a:xfrm>
            <a:off x="531720" y="78768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66981DE-1710-4483-8C79-026D6D2838F0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 type="dt" idx="27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292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3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4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5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6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7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9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0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1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2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3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04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305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6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7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8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9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0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1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2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3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4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5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6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17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Freeform 11"/>
          <p:cNvSpPr/>
          <p:nvPr/>
        </p:nvSpPr>
        <p:spPr>
          <a:xfrm flipV="1">
            <a:off x="-3600" y="317736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ftr" idx="28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20" name="PlaceHolder 2"/>
          <p:cNvSpPr>
            <a:spLocks noGrp="1"/>
          </p:cNvSpPr>
          <p:nvPr>
            <p:ph type="sldNum" idx="29"/>
          </p:nvPr>
        </p:nvSpPr>
        <p:spPr>
          <a:xfrm>
            <a:off x="531720" y="324396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81A07D6-D254-4002-AC94-D73E2E84B5B7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dt" idx="30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323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4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5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6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7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8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9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0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1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2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3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4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5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336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7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8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9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0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1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2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3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4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5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6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7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48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Freeform 11"/>
          <p:cNvSpPr/>
          <p:nvPr/>
        </p:nvSpPr>
        <p:spPr>
          <a:xfrm flipV="1">
            <a:off x="-3600" y="71280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49880" cy="37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33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52" name="PlaceHolder 3"/>
          <p:cNvSpPr>
            <a:spLocks noGrp="1"/>
          </p:cNvSpPr>
          <p:nvPr>
            <p:ph type="body"/>
          </p:nvPr>
        </p:nvSpPr>
        <p:spPr>
          <a:xfrm>
            <a:off x="7157160" y="2133720"/>
            <a:ext cx="4349880" cy="37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33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53" name="PlaceHolder 4"/>
          <p:cNvSpPr>
            <a:spLocks noGrp="1"/>
          </p:cNvSpPr>
          <p:nvPr>
            <p:ph type="ftr" idx="31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54" name="PlaceHolder 5"/>
          <p:cNvSpPr>
            <a:spLocks noGrp="1"/>
          </p:cNvSpPr>
          <p:nvPr>
            <p:ph type="sldNum" idx="32"/>
          </p:nvPr>
        </p:nvSpPr>
        <p:spPr>
          <a:xfrm>
            <a:off x="531720" y="78768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7CE841A-BBBE-46A9-BF88-53047759ED07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PlaceHolder 6"/>
          <p:cNvSpPr>
            <a:spLocks noGrp="1"/>
          </p:cNvSpPr>
          <p:nvPr>
            <p:ph type="dt" idx="33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360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1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2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3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4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5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6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7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8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9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0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1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2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373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4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5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6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7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8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9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0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1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2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3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4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85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Freeform 11"/>
          <p:cNvSpPr/>
          <p:nvPr/>
        </p:nvSpPr>
        <p:spPr>
          <a:xfrm flipV="1">
            <a:off x="-3600" y="71280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PlaceHolder 1"/>
          <p:cNvSpPr>
            <a:spLocks noGrp="1"/>
          </p:cNvSpPr>
          <p:nvPr>
            <p:ph type="ftr" idx="34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88" name="PlaceHolder 2"/>
          <p:cNvSpPr>
            <a:spLocks noGrp="1"/>
          </p:cNvSpPr>
          <p:nvPr>
            <p:ph type="sldNum" idx="35"/>
          </p:nvPr>
        </p:nvSpPr>
        <p:spPr>
          <a:xfrm>
            <a:off x="531720" y="78768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3FB6E58-8E76-4BDE-BE49-85BA35B15DF8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dt" idx="36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391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2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3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4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5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6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7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8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9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0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1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2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404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5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6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7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8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9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0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1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2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3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4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5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16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Freeform 11"/>
          <p:cNvSpPr/>
          <p:nvPr/>
        </p:nvSpPr>
        <p:spPr>
          <a:xfrm flipV="1">
            <a:off x="-3600" y="71280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19" name="PlaceHolder 2"/>
          <p:cNvSpPr>
            <a:spLocks noGrp="1"/>
          </p:cNvSpPr>
          <p:nvPr>
            <p:ph type="ftr" idx="37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20" name="PlaceHolder 3"/>
          <p:cNvSpPr>
            <a:spLocks noGrp="1"/>
          </p:cNvSpPr>
          <p:nvPr>
            <p:ph type="sldNum" idx="38"/>
          </p:nvPr>
        </p:nvSpPr>
        <p:spPr>
          <a:xfrm>
            <a:off x="531720" y="78768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6850363-4308-4355-9E42-A3BF889EF045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 type="dt" idx="39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424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5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6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7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8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9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0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1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2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3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4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5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36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437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8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9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0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1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2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3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4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5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6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7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8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49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Freeform 11"/>
          <p:cNvSpPr/>
          <p:nvPr/>
        </p:nvSpPr>
        <p:spPr>
          <a:xfrm flipV="1">
            <a:off x="-3600" y="71280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PlaceHolder 1"/>
          <p:cNvSpPr>
            <a:spLocks noGrp="1"/>
          </p:cNvSpPr>
          <p:nvPr>
            <p:ph type="ftr" idx="40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52" name="PlaceHolder 2"/>
          <p:cNvSpPr>
            <a:spLocks noGrp="1"/>
          </p:cNvSpPr>
          <p:nvPr>
            <p:ph type="sldNum" idx="41"/>
          </p:nvPr>
        </p:nvSpPr>
        <p:spPr>
          <a:xfrm>
            <a:off x="531720" y="78768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B1D0938-7E74-42AC-B302-986D6C1C6A1B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dt" idx="42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455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6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7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8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9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0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1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2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3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4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5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6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67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468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9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0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1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2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3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4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5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6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7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8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9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80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Freeform 11"/>
          <p:cNvSpPr/>
          <p:nvPr/>
        </p:nvSpPr>
        <p:spPr>
          <a:xfrm flipV="1">
            <a:off x="-3600" y="71280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PlaceHolder 1"/>
          <p:cNvSpPr>
            <a:spLocks noGrp="1"/>
          </p:cNvSpPr>
          <p:nvPr>
            <p:ph type="ftr" idx="43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83" name="PlaceHolder 2"/>
          <p:cNvSpPr>
            <a:spLocks noGrp="1"/>
          </p:cNvSpPr>
          <p:nvPr>
            <p:ph type="sldNum" idx="44"/>
          </p:nvPr>
        </p:nvSpPr>
        <p:spPr>
          <a:xfrm>
            <a:off x="531720" y="78768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0A38BD5-3834-41E2-B033-AA4B21FDE142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dt" idx="45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roup 22"/>
          <p:cNvGrpSpPr/>
          <p:nvPr/>
        </p:nvGrpSpPr>
        <p:grpSpPr>
          <a:xfrm>
            <a:off x="0" y="228600"/>
            <a:ext cx="2850840" cy="6638040"/>
            <a:chOff x="0" y="228600"/>
            <a:chExt cx="2850840" cy="6638040"/>
          </a:xfrm>
        </p:grpSpPr>
        <p:sp>
          <p:nvSpPr>
            <p:cNvPr id="486" name="Freeform 11"/>
            <p:cNvSpPr/>
            <p:nvPr/>
          </p:nvSpPr>
          <p:spPr>
            <a:xfrm>
              <a:off x="0" y="2575080"/>
              <a:ext cx="100080" cy="625320"/>
            </a:xfrm>
            <a:custGeom>
              <a:avLst/>
              <a:gdLst>
                <a:gd name="textAreaLeft" fmla="*/ 0 w 100080"/>
                <a:gd name="textAreaRight" fmla="*/ 100800 w 100080"/>
                <a:gd name="textAreaTop" fmla="*/ 0 h 625320"/>
                <a:gd name="textAreaBottom" fmla="*/ 626040 h 62532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7" name="Freeform 12"/>
            <p:cNvSpPr/>
            <p:nvPr/>
          </p:nvSpPr>
          <p:spPr>
            <a:xfrm>
              <a:off x="128520" y="3156480"/>
              <a:ext cx="645840" cy="2321640"/>
            </a:xfrm>
            <a:custGeom>
              <a:avLst/>
              <a:gdLst>
                <a:gd name="textAreaLeft" fmla="*/ 0 w 645840"/>
                <a:gd name="textAreaRight" fmla="*/ 646560 w 645840"/>
                <a:gd name="textAreaTop" fmla="*/ 0 h 2321640"/>
                <a:gd name="textAreaBottom" fmla="*/ 2322360 h 232164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8" name="Freeform 13"/>
            <p:cNvSpPr/>
            <p:nvPr/>
          </p:nvSpPr>
          <p:spPr>
            <a:xfrm>
              <a:off x="807120" y="5447160"/>
              <a:ext cx="608760" cy="1419480"/>
            </a:xfrm>
            <a:custGeom>
              <a:avLst/>
              <a:gdLst>
                <a:gd name="textAreaLeft" fmla="*/ 0 w 608760"/>
                <a:gd name="textAreaRight" fmla="*/ 609480 w 608760"/>
                <a:gd name="textAreaTop" fmla="*/ 0 h 1419480"/>
                <a:gd name="textAreaBottom" fmla="*/ 1420200 h 141948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9" name="Freeform 14"/>
            <p:cNvSpPr/>
            <p:nvPr/>
          </p:nvSpPr>
          <p:spPr>
            <a:xfrm>
              <a:off x="959760" y="6503760"/>
              <a:ext cx="170640" cy="362880"/>
            </a:xfrm>
            <a:custGeom>
              <a:avLst/>
              <a:gdLst>
                <a:gd name="textAreaLeft" fmla="*/ 0 w 170640"/>
                <a:gd name="textAreaRight" fmla="*/ 171360 w 170640"/>
                <a:gd name="textAreaTop" fmla="*/ 0 h 362880"/>
                <a:gd name="textAreaBottom" fmla="*/ 363600 h 36288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0" name="Freeform 15"/>
            <p:cNvSpPr/>
            <p:nvPr/>
          </p:nvSpPr>
          <p:spPr>
            <a:xfrm>
              <a:off x="100800" y="3201120"/>
              <a:ext cx="821160" cy="3327840"/>
            </a:xfrm>
            <a:custGeom>
              <a:avLst/>
              <a:gdLst>
                <a:gd name="textAreaLeft" fmla="*/ 0 w 821160"/>
                <a:gd name="textAreaRight" fmla="*/ 821880 w 821160"/>
                <a:gd name="textAreaTop" fmla="*/ 0 h 3327840"/>
                <a:gd name="textAreaBottom" fmla="*/ 3328560 h 332784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1" name="Freeform 16"/>
            <p:cNvSpPr/>
            <p:nvPr/>
          </p:nvSpPr>
          <p:spPr>
            <a:xfrm>
              <a:off x="22320" y="228600"/>
              <a:ext cx="105480" cy="292716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2927160"/>
                <a:gd name="textAreaBottom" fmla="*/ 2927880 h 292716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2" name="Freeform 17"/>
            <p:cNvSpPr/>
            <p:nvPr/>
          </p:nvSpPr>
          <p:spPr>
            <a:xfrm>
              <a:off x="78120" y="2944080"/>
              <a:ext cx="77400" cy="493200"/>
            </a:xfrm>
            <a:custGeom>
              <a:avLst/>
              <a:gdLst>
                <a:gd name="textAreaLeft" fmla="*/ 0 w 77400"/>
                <a:gd name="textAreaRight" fmla="*/ 78120 w 77400"/>
                <a:gd name="textAreaTop" fmla="*/ 0 h 493200"/>
                <a:gd name="textAreaBottom" fmla="*/ 493920 h 4932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3" name="Freeform 18"/>
            <p:cNvSpPr/>
            <p:nvPr/>
          </p:nvSpPr>
          <p:spPr>
            <a:xfrm>
              <a:off x="769680" y="5478840"/>
              <a:ext cx="189360" cy="1024200"/>
            </a:xfrm>
            <a:custGeom>
              <a:avLst/>
              <a:gdLst>
                <a:gd name="textAreaLeft" fmla="*/ 0 w 189360"/>
                <a:gd name="textAreaRight" fmla="*/ 190080 w 189360"/>
                <a:gd name="textAreaTop" fmla="*/ 0 h 1024200"/>
                <a:gd name="textAreaBottom" fmla="*/ 1024920 h 102420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4" name="Freeform 19"/>
            <p:cNvSpPr/>
            <p:nvPr/>
          </p:nvSpPr>
          <p:spPr>
            <a:xfrm>
              <a:off x="775440" y="1398960"/>
              <a:ext cx="2075400" cy="4047480"/>
            </a:xfrm>
            <a:custGeom>
              <a:avLst/>
              <a:gdLst>
                <a:gd name="textAreaLeft" fmla="*/ 0 w 2075400"/>
                <a:gd name="textAreaRight" fmla="*/ 2076120 w 2075400"/>
                <a:gd name="textAreaTop" fmla="*/ 0 h 4047480"/>
                <a:gd name="textAreaBottom" fmla="*/ 4048200 h 404748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5" name="Freeform 20"/>
            <p:cNvSpPr/>
            <p:nvPr/>
          </p:nvSpPr>
          <p:spPr>
            <a:xfrm>
              <a:off x="922680" y="6530040"/>
              <a:ext cx="161280" cy="33660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336600"/>
                <a:gd name="textAreaBottom" fmla="*/ 337320 h 33660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6" name="Freeform 21"/>
            <p:cNvSpPr/>
            <p:nvPr/>
          </p:nvSpPr>
          <p:spPr>
            <a:xfrm>
              <a:off x="769680" y="5359320"/>
              <a:ext cx="36720" cy="2210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221040"/>
                <a:gd name="textAreaBottom" fmla="*/ 221760 h 22104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7" name="Freeform 22"/>
            <p:cNvSpPr/>
            <p:nvPr/>
          </p:nvSpPr>
          <p:spPr>
            <a:xfrm>
              <a:off x="849960" y="6244560"/>
              <a:ext cx="237960" cy="621720"/>
            </a:xfrm>
            <a:custGeom>
              <a:avLst/>
              <a:gdLst>
                <a:gd name="textAreaLeft" fmla="*/ 0 w 237960"/>
                <a:gd name="textAreaRight" fmla="*/ 238680 w 237960"/>
                <a:gd name="textAreaTop" fmla="*/ 0 h 621720"/>
                <a:gd name="textAreaBottom" fmla="*/ 622440 h 62172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8" name="Group 9"/>
          <p:cNvGrpSpPr/>
          <p:nvPr/>
        </p:nvGrpSpPr>
        <p:grpSpPr>
          <a:xfrm>
            <a:off x="27360" y="-720"/>
            <a:ext cx="2355840" cy="6853320"/>
            <a:chOff x="27360" y="-720"/>
            <a:chExt cx="2355840" cy="6853320"/>
          </a:xfrm>
        </p:grpSpPr>
        <p:sp>
          <p:nvSpPr>
            <p:cNvPr id="499" name="Freeform 27"/>
            <p:cNvSpPr/>
            <p:nvPr/>
          </p:nvSpPr>
          <p:spPr>
            <a:xfrm>
              <a:off x="27360" y="-720"/>
              <a:ext cx="493560" cy="4400280"/>
            </a:xfrm>
            <a:custGeom>
              <a:avLst/>
              <a:gdLst>
                <a:gd name="textAreaLeft" fmla="*/ 0 w 493560"/>
                <a:gd name="textAreaRight" fmla="*/ 494280 w 493560"/>
                <a:gd name="textAreaTop" fmla="*/ 0 h 4400280"/>
                <a:gd name="textAreaBottom" fmla="*/ 4401000 h 440028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0" name="Freeform 28"/>
            <p:cNvSpPr/>
            <p:nvPr/>
          </p:nvSpPr>
          <p:spPr>
            <a:xfrm>
              <a:off x="550440" y="4316400"/>
              <a:ext cx="422640" cy="1580040"/>
            </a:xfrm>
            <a:custGeom>
              <a:avLst/>
              <a:gdLst>
                <a:gd name="textAreaLeft" fmla="*/ 0 w 422640"/>
                <a:gd name="textAreaRight" fmla="*/ 423360 w 422640"/>
                <a:gd name="textAreaTop" fmla="*/ 0 h 1580040"/>
                <a:gd name="textAreaBottom" fmla="*/ 1580760 h 158004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1" name="Freeform 29"/>
            <p:cNvSpPr/>
            <p:nvPr/>
          </p:nvSpPr>
          <p:spPr>
            <a:xfrm>
              <a:off x="1006200" y="5862600"/>
              <a:ext cx="430200" cy="990000"/>
            </a:xfrm>
            <a:custGeom>
              <a:avLst/>
              <a:gdLst>
                <a:gd name="textAreaLeft" fmla="*/ 0 w 430200"/>
                <a:gd name="textAreaRight" fmla="*/ 430920 w 430200"/>
                <a:gd name="textAreaTop" fmla="*/ 0 h 990000"/>
                <a:gd name="textAreaBottom" fmla="*/ 990720 h 99000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2" name="Freeform 30"/>
            <p:cNvSpPr/>
            <p:nvPr/>
          </p:nvSpPr>
          <p:spPr>
            <a:xfrm>
              <a:off x="521640" y="4364280"/>
              <a:ext cx="551160" cy="2235240"/>
            </a:xfrm>
            <a:custGeom>
              <a:avLst/>
              <a:gdLst>
                <a:gd name="textAreaLeft" fmla="*/ 0 w 551160"/>
                <a:gd name="textAreaRight" fmla="*/ 551880 w 551160"/>
                <a:gd name="textAreaTop" fmla="*/ 0 h 2235240"/>
                <a:gd name="textAreaBottom" fmla="*/ 2235960 h 223524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3" name="Freeform 31"/>
            <p:cNvSpPr/>
            <p:nvPr/>
          </p:nvSpPr>
          <p:spPr>
            <a:xfrm>
              <a:off x="468000" y="1289160"/>
              <a:ext cx="173520" cy="3026520"/>
            </a:xfrm>
            <a:custGeom>
              <a:avLst/>
              <a:gdLst>
                <a:gd name="textAreaLeft" fmla="*/ 0 w 173520"/>
                <a:gd name="textAreaRight" fmla="*/ 174240 w 173520"/>
                <a:gd name="textAreaTop" fmla="*/ 0 h 3026520"/>
                <a:gd name="textAreaBottom" fmla="*/ 3027240 h 302652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4" name="Freeform 32"/>
            <p:cNvSpPr/>
            <p:nvPr/>
          </p:nvSpPr>
          <p:spPr>
            <a:xfrm>
              <a:off x="1111680" y="6571440"/>
              <a:ext cx="133560" cy="280800"/>
            </a:xfrm>
            <a:custGeom>
              <a:avLst/>
              <a:gdLst>
                <a:gd name="textAreaLeft" fmla="*/ 0 w 133560"/>
                <a:gd name="textAreaRight" fmla="*/ 134280 w 133560"/>
                <a:gd name="textAreaTop" fmla="*/ 0 h 280800"/>
                <a:gd name="textAreaBottom" fmla="*/ 281520 h 28080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5" name="Freeform 33"/>
            <p:cNvSpPr/>
            <p:nvPr/>
          </p:nvSpPr>
          <p:spPr>
            <a:xfrm>
              <a:off x="502560" y="4107600"/>
              <a:ext cx="81720" cy="510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0840"/>
                <a:gd name="textAreaBottom" fmla="*/ 511560 h 51084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6" name="Freeform 34"/>
            <p:cNvSpPr/>
            <p:nvPr/>
          </p:nvSpPr>
          <p:spPr>
            <a:xfrm>
              <a:off x="973800" y="3145680"/>
              <a:ext cx="1409400" cy="2716200"/>
            </a:xfrm>
            <a:custGeom>
              <a:avLst/>
              <a:gdLst>
                <a:gd name="textAreaLeft" fmla="*/ 0 w 1409400"/>
                <a:gd name="textAreaRight" fmla="*/ 1410120 w 1409400"/>
                <a:gd name="textAreaTop" fmla="*/ 0 h 2716200"/>
                <a:gd name="textAreaBottom" fmla="*/ 2716920 h 271620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7" name="Freeform 35"/>
            <p:cNvSpPr/>
            <p:nvPr/>
          </p:nvSpPr>
          <p:spPr>
            <a:xfrm>
              <a:off x="1073520" y="6600240"/>
              <a:ext cx="119880" cy="25236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252360"/>
                <a:gd name="textAreaBottom" fmla="*/ 253080 h 25236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8" name="Freeform 36"/>
            <p:cNvSpPr/>
            <p:nvPr/>
          </p:nvSpPr>
          <p:spPr>
            <a:xfrm>
              <a:off x="973800" y="5897160"/>
              <a:ext cx="137160" cy="673560"/>
            </a:xfrm>
            <a:custGeom>
              <a:avLst/>
              <a:gdLst>
                <a:gd name="textAreaLeft" fmla="*/ 0 w 137160"/>
                <a:gd name="textAreaRight" fmla="*/ 137880 w 137160"/>
                <a:gd name="textAreaTop" fmla="*/ 0 h 673560"/>
                <a:gd name="textAreaBottom" fmla="*/ 674280 h 67356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9" name="Freeform 37"/>
            <p:cNvSpPr/>
            <p:nvPr/>
          </p:nvSpPr>
          <p:spPr>
            <a:xfrm>
              <a:off x="973800" y="5772600"/>
              <a:ext cx="37440" cy="227160"/>
            </a:xfrm>
            <a:custGeom>
              <a:avLst/>
              <a:gdLst>
                <a:gd name="textAreaLeft" fmla="*/ 0 w 37440"/>
                <a:gd name="textAreaRight" fmla="*/ 38160 w 37440"/>
                <a:gd name="textAreaTop" fmla="*/ 0 h 227160"/>
                <a:gd name="textAreaBottom" fmla="*/ 227880 h 22716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0" name="Freeform 38"/>
            <p:cNvSpPr/>
            <p:nvPr/>
          </p:nvSpPr>
          <p:spPr>
            <a:xfrm>
              <a:off x="1006200" y="6322680"/>
              <a:ext cx="209880" cy="529920"/>
            </a:xfrm>
            <a:custGeom>
              <a:avLst/>
              <a:gdLst>
                <a:gd name="textAreaLeft" fmla="*/ 0 w 209880"/>
                <a:gd name="textAreaRight" fmla="*/ 210600 w 209880"/>
                <a:gd name="textAreaTop" fmla="*/ 0 h 529920"/>
                <a:gd name="textAreaBottom" fmla="*/ 530640 h 52992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11" name="Rectangle 6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st="2556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Freeform 11"/>
          <p:cNvSpPr/>
          <p:nvPr/>
        </p:nvSpPr>
        <p:spPr>
          <a:xfrm flipV="1">
            <a:off x="-3600" y="4911120"/>
            <a:ext cx="1587960" cy="506520"/>
          </a:xfrm>
          <a:custGeom>
            <a:avLst/>
            <a:gdLst>
              <a:gd name="textAreaLeft" fmla="*/ 0 w 1587960"/>
              <a:gd name="textAreaRight" fmla="*/ 1588680 w 1587960"/>
              <a:gd name="textAreaTop" fmla="*/ 360 h 506520"/>
              <a:gd name="textAreaBottom" fmla="*/ 507600 h 50652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PlaceHolder 1"/>
          <p:cNvSpPr>
            <a:spLocks noGrp="1"/>
          </p:cNvSpPr>
          <p:nvPr>
            <p:ph type="ftr" idx="46"/>
          </p:nvPr>
        </p:nvSpPr>
        <p:spPr>
          <a:xfrm>
            <a:off x="2589120" y="6135840"/>
            <a:ext cx="7619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514" name="PlaceHolder 2"/>
          <p:cNvSpPr>
            <a:spLocks noGrp="1"/>
          </p:cNvSpPr>
          <p:nvPr>
            <p:ph type="sldNum" idx="47"/>
          </p:nvPr>
        </p:nvSpPr>
        <p:spPr>
          <a:xfrm>
            <a:off x="531720" y="4983120"/>
            <a:ext cx="779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FEFFFF"/>
                </a:solidFill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C48AB24-0359-405C-A847-03FB870B7116}" type="slidenum">
              <a:rPr lang="en-US" sz="2000" b="0" strike="noStrike" spc="-1">
                <a:solidFill>
                  <a:srgbClr val="FEFFFF"/>
                </a:solidFill>
                <a:latin typeface="Century Gothic"/>
              </a:rPr>
              <a:t>‹#›</a:t>
            </a:fld>
            <a:endParaRPr lang="ru-RU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dt" idx="48"/>
          </p:nvPr>
        </p:nvSpPr>
        <p:spPr>
          <a:xfrm>
            <a:off x="10361520" y="6130440"/>
            <a:ext cx="114552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.mail.ru/compose/?mailto=mailto:DVVorobiev@hse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2589120" y="1181880"/>
            <a:ext cx="8914680" cy="236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Распределённая система управления версиями </a:t>
            </a:r>
            <a:r>
              <a:rPr lang="en-US" sz="54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Git, </a:t>
            </a:r>
            <a:r>
              <a:rPr lang="ru-RU" sz="54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технологии </a:t>
            </a:r>
            <a:r>
              <a:rPr lang="en-US" sz="54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CI/CD</a:t>
            </a:r>
            <a:r>
              <a:rPr lang="ru-RU" sz="54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.</a:t>
            </a:r>
            <a:endParaRPr lang="ru-RU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 type="subTitle"/>
          </p:nvPr>
        </p:nvSpPr>
        <p:spPr>
          <a:xfrm>
            <a:off x="2589120" y="4777199"/>
            <a:ext cx="8914680" cy="178906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/>
          </a:bodyPr>
          <a:lstStyle/>
          <a:p>
            <a:pPr lvl="0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ru-RU" sz="1800" kern="0" spc="-1" dirty="0">
                <a:solidFill>
                  <a:srgbClr val="000000">
                    <a:lumMod val="65000"/>
                    <a:lumOff val="35000"/>
                  </a:srgbClr>
                </a:solidFill>
              </a:rPr>
              <a:t>Старший преподаватель Пермского филиала ВШЭ</a:t>
            </a:r>
          </a:p>
          <a:p>
            <a:pPr lvl="0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ru-RU" sz="1800" kern="0" spc="-1" dirty="0">
                <a:solidFill>
                  <a:srgbClr val="000000">
                    <a:lumMod val="65000"/>
                    <a:lumOff val="35000"/>
                  </a:srgbClr>
                </a:solidFill>
              </a:rPr>
              <a:t>курс: Введение в </a:t>
            </a:r>
            <a:r>
              <a:rPr lang="ru-RU" sz="1800" kern="0" spc="-1" dirty="0" err="1">
                <a:solidFill>
                  <a:srgbClr val="000000">
                    <a:lumMod val="65000"/>
                    <a:lumOff val="35000"/>
                  </a:srgbClr>
                </a:solidFill>
              </a:rPr>
              <a:t>DevOps</a:t>
            </a:r>
            <a:endParaRPr lang="ru-RU" sz="1800" kern="0" spc="-1" dirty="0">
              <a:solidFill>
                <a:srgbClr val="000000">
                  <a:lumMod val="65000"/>
                  <a:lumOff val="35000"/>
                </a:srgbClr>
              </a:solidFill>
            </a:endParaRPr>
          </a:p>
          <a:p>
            <a:pPr lvl="0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ru-RU" sz="1800" kern="0" spc="-1" dirty="0">
                <a:solidFill>
                  <a:srgbClr val="000000">
                    <a:lumMod val="65000"/>
                    <a:lumOff val="35000"/>
                  </a:srgbClr>
                </a:solidFill>
              </a:rPr>
              <a:t>Воробьев Дмитрий Владимирович</a:t>
            </a:r>
            <a:endParaRPr lang="ru-RU" sz="1800" kern="0" spc="-1" dirty="0">
              <a:solidFill>
                <a:srgbClr val="000000"/>
              </a:solidFill>
              <a:latin typeface="Arial"/>
            </a:endParaRPr>
          </a:p>
          <a:p>
            <a:pPr lvl="0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/>
            </a:pPr>
            <a:r>
              <a:rPr lang="en-US" sz="1800" u="sng" kern="0" spc="-1" dirty="0">
                <a:solidFill>
                  <a:srgbClr val="000000">
                    <a:lumMod val="65000"/>
                    <a:lumOff val="35000"/>
                  </a:srgbClr>
                </a:solidFill>
                <a:hlinkClick r:id="rId2"/>
              </a:rPr>
              <a:t>DVVorobiev@hse.ru</a:t>
            </a:r>
            <a:endParaRPr lang="ru-RU" sz="2000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Лекция 3.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4680" cy="377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Gitlab </a:t>
            </a: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подготовка запроса на слияние веток на платформе Gitlab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Отправка запроса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Прием запроса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Подтверждение запроса, слияние с удалением ветки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Отправка запроса на слияние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1" name="Рисунок 3"/>
          <p:cNvPicPr/>
          <p:nvPr/>
        </p:nvPicPr>
        <p:blipFill>
          <a:blip r:embed="rId2"/>
          <a:stretch/>
        </p:blipFill>
        <p:spPr>
          <a:xfrm>
            <a:off x="2682720" y="3238560"/>
            <a:ext cx="8267400" cy="3368160"/>
          </a:xfrm>
          <a:prstGeom prst="rect">
            <a:avLst/>
          </a:prstGeom>
          <a:ln w="0">
            <a:noFill/>
          </a:ln>
        </p:spPr>
      </p:pic>
      <p:sp>
        <p:nvSpPr>
          <p:cNvPr id="522" name="TextBox 4"/>
          <p:cNvSpPr/>
          <p:nvPr/>
        </p:nvSpPr>
        <p:spPr>
          <a:xfrm>
            <a:off x="2593080" y="1484280"/>
            <a:ext cx="8031600" cy="173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ru-RU" sz="1800" b="0" strike="noStrike" spc="-1" dirty="0">
                <a:solidFill>
                  <a:schemeClr val="dk1"/>
                </a:solidFill>
                <a:latin typeface="Century Gothic"/>
              </a:rPr>
              <a:t>Запрос на слияние с главной веткой (</a:t>
            </a:r>
            <a:r>
              <a:rPr lang="en-US" sz="1800" b="0" strike="noStrike" spc="-1" dirty="0">
                <a:solidFill>
                  <a:schemeClr val="dk1"/>
                </a:solidFill>
                <a:latin typeface="Century Gothic"/>
              </a:rPr>
              <a:t>main</a:t>
            </a:r>
            <a:r>
              <a:rPr lang="ru-RU" sz="1800" b="0" strike="noStrike" spc="-1" dirty="0">
                <a:solidFill>
                  <a:schemeClr val="dk1"/>
                </a:solidFill>
                <a:latin typeface="Century Gothic"/>
              </a:rPr>
              <a:t>)</a:t>
            </a:r>
            <a:r>
              <a:rPr lang="en-US" sz="1800" b="0" strike="noStrike" spc="-1" dirty="0">
                <a:solidFill>
                  <a:schemeClr val="dk1"/>
                </a:solidFill>
                <a:latin typeface="Century Gothic"/>
              </a:rPr>
              <a:t> </a:t>
            </a:r>
            <a:r>
              <a:rPr lang="ru-RU" sz="1800" b="0" strike="noStrike" spc="-1" dirty="0">
                <a:solidFill>
                  <a:schemeClr val="dk1"/>
                </a:solidFill>
                <a:latin typeface="Century Gothic"/>
              </a:rPr>
              <a:t>отправляется с использованием панели </a:t>
            </a:r>
            <a:r>
              <a:rPr lang="en-US" sz="1800" b="0" strike="noStrike" spc="-1" dirty="0" err="1">
                <a:solidFill>
                  <a:schemeClr val="dk1"/>
                </a:solidFill>
                <a:latin typeface="Century Gothic"/>
              </a:rPr>
              <a:t>Gitlab</a:t>
            </a:r>
            <a:r>
              <a:rPr lang="ru-RU" sz="1800" b="0" strike="noStrike" spc="-1" dirty="0">
                <a:solidFill>
                  <a:schemeClr val="dk1"/>
                </a:solidFill>
                <a:latin typeface="Century Gothic"/>
              </a:rPr>
              <a:t>, после того как была выполнена синхронизация рабочей ветки на удаленном </a:t>
            </a:r>
            <a:r>
              <a:rPr lang="ru-RU" sz="1800" b="0" strike="noStrike" spc="-1" dirty="0" err="1">
                <a:solidFill>
                  <a:schemeClr val="dk1"/>
                </a:solidFill>
                <a:latin typeface="Century Gothic"/>
              </a:rPr>
              <a:t>репозитории</a:t>
            </a:r>
            <a:r>
              <a:rPr lang="ru-RU" sz="1800" b="0" strike="noStrike" spc="-1" dirty="0">
                <a:solidFill>
                  <a:schemeClr val="dk1"/>
                </a:solidFill>
                <a:latin typeface="Century Gothic"/>
              </a:rPr>
              <a:t>:</a:t>
            </a:r>
            <a:endParaRPr lang="ru-RU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 dirty="0">
                <a:solidFill>
                  <a:schemeClr val="dk1"/>
                </a:solidFill>
                <a:latin typeface="Century Gothic"/>
              </a:rPr>
              <a:t>Делаем </a:t>
            </a:r>
            <a:r>
              <a:rPr lang="en-US" sz="1800" b="0" strike="noStrike" spc="-1" dirty="0">
                <a:solidFill>
                  <a:schemeClr val="dk1"/>
                </a:solidFill>
                <a:latin typeface="Century Gothic"/>
              </a:rPr>
              <a:t>Merge request</a:t>
            </a:r>
            <a:r>
              <a:rPr lang="ru-RU" sz="1800" b="0" strike="noStrike" spc="-1" dirty="0">
                <a:solidFill>
                  <a:schemeClr val="dk1"/>
                </a:solidFill>
                <a:latin typeface="Century Gothic"/>
              </a:rPr>
              <a:t> (кнопка на панели вверху)</a:t>
            </a:r>
            <a:endParaRPr lang="ru-RU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 dirty="0">
                <a:solidFill>
                  <a:schemeClr val="dk1"/>
                </a:solidFill>
                <a:latin typeface="Century Gothic"/>
              </a:rPr>
              <a:t>Указываем «</a:t>
            </a:r>
            <a:r>
              <a:rPr lang="en-US" sz="1800" b="0" strike="noStrike" spc="-1" dirty="0">
                <a:solidFill>
                  <a:schemeClr val="dk1"/>
                </a:solidFill>
                <a:latin typeface="Century Gothic"/>
              </a:rPr>
              <a:t>Review for you</a:t>
            </a:r>
            <a:r>
              <a:rPr lang="ru-RU" sz="1800" b="0" strike="noStrike" spc="-1" dirty="0">
                <a:solidFill>
                  <a:schemeClr val="dk1"/>
                </a:solidFill>
                <a:latin typeface="Century Gothic"/>
              </a:rPr>
              <a:t>»</a:t>
            </a:r>
            <a:endParaRPr lang="ru-RU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Отправка запроса на слияние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Box 4"/>
          <p:cNvSpPr/>
          <p:nvPr/>
        </p:nvSpPr>
        <p:spPr>
          <a:xfrm>
            <a:off x="2593080" y="1484280"/>
            <a:ext cx="80316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chemeClr val="dk1"/>
                </a:solidFill>
                <a:latin typeface="Century Gothic"/>
              </a:rPr>
              <a:t>Задаем </a:t>
            </a:r>
            <a:r>
              <a:rPr lang="en-US" sz="1800" b="0" strike="noStrike" spc="-1">
                <a:solidFill>
                  <a:schemeClr val="dk1"/>
                </a:solidFill>
                <a:latin typeface="Century Gothic"/>
              </a:rPr>
              <a:t>source branch, target branch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chemeClr val="dk1"/>
                </a:solidFill>
                <a:latin typeface="Century Gothic"/>
              </a:rPr>
              <a:t>Жмем</a:t>
            </a:r>
            <a:r>
              <a:rPr lang="en-US" sz="1800" b="0" strike="noStrike" spc="-1">
                <a:solidFill>
                  <a:schemeClr val="dk1"/>
                </a:solidFill>
                <a:latin typeface="Century Gothic"/>
              </a:rPr>
              <a:t> «Compare branches and continue»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5" name="Рисунок 5"/>
          <p:cNvPicPr/>
          <p:nvPr/>
        </p:nvPicPr>
        <p:blipFill>
          <a:blip r:embed="rId2"/>
          <a:stretch/>
        </p:blipFill>
        <p:spPr>
          <a:xfrm>
            <a:off x="2719080" y="2595600"/>
            <a:ext cx="8902080" cy="3767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Прием запроса на слияние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Box 4"/>
          <p:cNvSpPr/>
          <p:nvPr/>
        </p:nvSpPr>
        <p:spPr>
          <a:xfrm>
            <a:off x="2593080" y="1484280"/>
            <a:ext cx="803160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ru-RU" sz="1800" b="0" strike="noStrike" spc="-1">
                <a:solidFill>
                  <a:schemeClr val="dk1"/>
                </a:solidFill>
                <a:latin typeface="Century Gothic"/>
              </a:rPr>
              <a:t>После чего в целевом репозитории появляется отметка что пришел </a:t>
            </a:r>
            <a:r>
              <a:rPr lang="en-US" sz="1800" b="0" strike="noStrike" spc="-1">
                <a:solidFill>
                  <a:schemeClr val="dk1"/>
                </a:solidFill>
                <a:latin typeface="Century Gothic"/>
              </a:rPr>
              <a:t>Mergre request</a:t>
            </a:r>
            <a:r>
              <a:rPr lang="ru-RU" sz="1800" b="0" strike="noStrike" spc="-1">
                <a:solidFill>
                  <a:schemeClr val="dk1"/>
                </a:solidFill>
                <a:latin typeface="Century Gothic"/>
              </a:rPr>
              <a:t>, заходим и делаем </a:t>
            </a:r>
            <a:r>
              <a:rPr lang="en-US" sz="1800" b="0" strike="noStrike" spc="-1">
                <a:solidFill>
                  <a:schemeClr val="dk1"/>
                </a:solidFill>
                <a:latin typeface="Century Gothic"/>
              </a:rPr>
              <a:t>Merge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ru-RU" sz="1800" b="0" strike="noStrike" spc="-1">
                <a:solidFill>
                  <a:schemeClr val="dk1"/>
                </a:solidFill>
                <a:latin typeface="Century Gothic"/>
              </a:rPr>
              <a:t>После чего производится </a:t>
            </a:r>
            <a:r>
              <a:rPr lang="en-US" sz="1800" b="0" strike="noStrike" spc="-1">
                <a:solidFill>
                  <a:schemeClr val="dk1"/>
                </a:solidFill>
                <a:latin typeface="Century Gothic"/>
              </a:rPr>
              <a:t>Merge </a:t>
            </a:r>
            <a:r>
              <a:rPr lang="ru-RU" sz="1800" b="0" strike="noStrike" spc="-1">
                <a:solidFill>
                  <a:schemeClr val="dk1"/>
                </a:solidFill>
                <a:latin typeface="Century Gothic"/>
              </a:rPr>
              <a:t>ветка </a:t>
            </a:r>
            <a:r>
              <a:rPr lang="en-US" sz="1800" b="0" strike="noStrike" spc="-1">
                <a:solidFill>
                  <a:schemeClr val="dk1"/>
                </a:solidFill>
                <a:latin typeface="Century Gothic"/>
              </a:rPr>
              <a:t>hotfix </a:t>
            </a:r>
            <a:r>
              <a:rPr lang="ru-RU" sz="1800" b="0" strike="noStrike" spc="-1">
                <a:solidFill>
                  <a:schemeClr val="dk1"/>
                </a:solidFill>
                <a:latin typeface="Century Gothic"/>
              </a:rPr>
              <a:t>удаляется автоматически.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8" name="Рисунок 6"/>
          <p:cNvPicPr/>
          <p:nvPr/>
        </p:nvPicPr>
        <p:blipFill>
          <a:blip r:embed="rId2"/>
          <a:stretch/>
        </p:blipFill>
        <p:spPr>
          <a:xfrm>
            <a:off x="5025240" y="2684880"/>
            <a:ext cx="6478920" cy="3009960"/>
          </a:xfrm>
          <a:prstGeom prst="rect">
            <a:avLst/>
          </a:prstGeom>
          <a:ln w="0">
            <a:noFill/>
          </a:ln>
        </p:spPr>
      </p:pic>
      <p:pic>
        <p:nvPicPr>
          <p:cNvPr id="529" name="Рисунок 2"/>
          <p:cNvPicPr/>
          <p:nvPr/>
        </p:nvPicPr>
        <p:blipFill>
          <a:blip r:embed="rId3"/>
          <a:stretch/>
        </p:blipFill>
        <p:spPr>
          <a:xfrm>
            <a:off x="2715480" y="2684880"/>
            <a:ext cx="3504960" cy="3161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Подтверждение слияния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Box 4"/>
          <p:cNvSpPr/>
          <p:nvPr/>
        </p:nvSpPr>
        <p:spPr>
          <a:xfrm>
            <a:off x="2593080" y="1484280"/>
            <a:ext cx="80316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ru-RU" sz="1800" b="0" strike="noStrike" spc="-1">
                <a:solidFill>
                  <a:schemeClr val="dk1"/>
                </a:solidFill>
                <a:latin typeface="Century Gothic"/>
              </a:rPr>
              <a:t>В окне проекта пользователя, инициировавшего </a:t>
            </a:r>
            <a:r>
              <a:rPr lang="en-US" sz="1800" b="0" strike="noStrike" spc="-1">
                <a:solidFill>
                  <a:schemeClr val="dk1"/>
                </a:solidFill>
                <a:latin typeface="Century Gothic"/>
              </a:rPr>
              <a:t>merge </a:t>
            </a:r>
            <a:r>
              <a:rPr lang="ru-RU" sz="1800" b="0" strike="noStrike" spc="-1">
                <a:solidFill>
                  <a:schemeClr val="dk1"/>
                </a:solidFill>
                <a:latin typeface="Century Gothic"/>
              </a:rPr>
              <a:t>также видим отметку: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2" name="Рисунок 3"/>
          <p:cNvPicPr/>
          <p:nvPr/>
        </p:nvPicPr>
        <p:blipFill>
          <a:blip r:embed="rId2"/>
          <a:stretch/>
        </p:blipFill>
        <p:spPr>
          <a:xfrm>
            <a:off x="1783080" y="2344680"/>
            <a:ext cx="10057680" cy="4217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Управление ветками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/>
          </p:nvPr>
        </p:nvSpPr>
        <p:spPr>
          <a:xfrm>
            <a:off x="2589120" y="1676520"/>
            <a:ext cx="891468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branch –v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checkout main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branch --merged|--no-merged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5" name="Рисунок 4"/>
          <p:cNvPicPr/>
          <p:nvPr/>
        </p:nvPicPr>
        <p:blipFill>
          <a:blip r:embed="rId2"/>
          <a:stretch/>
        </p:blipFill>
        <p:spPr>
          <a:xfrm>
            <a:off x="1894320" y="2967840"/>
            <a:ext cx="9242640" cy="3794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Управление ветками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2589120" y="1429560"/>
            <a:ext cx="8914680" cy="234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Переименование ветки: </a:t>
            </a:r>
            <a:r>
              <a:rPr lang="en-US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</a:t>
            </a:r>
            <a:r>
              <a:rPr lang="en-US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 branch --move </a:t>
            </a:r>
            <a:r>
              <a:rPr lang="en-US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hothix</a:t>
            </a:r>
            <a:r>
              <a:rPr lang="en-US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 hothix_1</a:t>
            </a:r>
            <a:endParaRPr lang="ru-RU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6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</a:t>
            </a:r>
            <a:r>
              <a:rPr lang="en-US" sz="16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 push --set-upstream origin hotfox_1</a:t>
            </a:r>
            <a:endParaRPr lang="ru-RU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 </a:t>
            </a:r>
            <a:r>
              <a:rPr lang="ru-RU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Изменение имени главной ветки: </a:t>
            </a:r>
            <a:r>
              <a:rPr lang="en-US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</a:t>
            </a:r>
            <a:r>
              <a:rPr lang="en-US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 branch --move main master</a:t>
            </a:r>
            <a:endParaRPr lang="ru-RU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6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</a:t>
            </a:r>
            <a:r>
              <a:rPr lang="en-US" sz="16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 push --set-upstream origin master</a:t>
            </a:r>
            <a:endParaRPr lang="ru-RU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8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</a:t>
            </a:r>
            <a:r>
              <a:rPr lang="en-US" sz="1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 push origin --delete main</a:t>
            </a:r>
            <a:endParaRPr lang="ru-RU" sz="1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Управление ветками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9" name="Рисунок 4"/>
          <p:cNvPicPr/>
          <p:nvPr/>
        </p:nvPicPr>
        <p:blipFill>
          <a:blip r:embed="rId2"/>
          <a:stretch/>
        </p:blipFill>
        <p:spPr>
          <a:xfrm>
            <a:off x="1737360" y="1264680"/>
            <a:ext cx="10057680" cy="5375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12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Управление ветками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/>
          </p:nvPr>
        </p:nvSpPr>
        <p:spPr>
          <a:xfrm>
            <a:off x="2593080" y="1731240"/>
            <a:ext cx="8914680" cy="234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Долгоживущие ветки, которые используются для разных этапов цикла разработки; при этом происходит регулярное слияние изменения из одной ветки в другую. Например, такие ветки как (</a:t>
            </a: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master</a:t>
            </a: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, </a:t>
            </a: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development</a:t>
            </a: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, </a:t>
            </a: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next</a:t>
            </a: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)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Тематические ветки, которые используются для работы над конкретной функциональной возможностью или решения сопутствующих задач.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Управление удаленными ветками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2"/>
          <p:cNvSpPr>
            <a:spLocks noGrp="1"/>
          </p:cNvSpPr>
          <p:nvPr>
            <p:ph/>
          </p:nvPr>
        </p:nvSpPr>
        <p:spPr>
          <a:xfrm>
            <a:off x="2593080" y="1731240"/>
            <a:ext cx="8914680" cy="493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Просмотр удаленных веток</a:t>
            </a: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: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ls-remote &lt;remote&gt;, git remote show&lt;remote&gt;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Отправка изменений: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push</a:t>
            </a: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 &lt;</a:t>
            </a: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remote</a:t>
            </a: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&gt; &lt;</a:t>
            </a: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branch</a:t>
            </a: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&gt;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Отслеживание веток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checkout --track &lt;remote&gt;/&lt;branch&gt;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Синхронизируем локальную ветку с веткой на удаленном сервере: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push &lt;remote&gt; &lt;branch&gt;.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Получить измененные данные на сервере и синхронизиовать свою локальную отслеживаемую папку: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fetch &lt;</a:t>
            </a: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remote</a:t>
            </a: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&gt;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Управление удаленными ветками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5" name="Рисунок 5"/>
          <p:cNvPicPr/>
          <p:nvPr/>
        </p:nvPicPr>
        <p:blipFill>
          <a:blip r:embed="rId2"/>
          <a:stretch/>
        </p:blipFill>
        <p:spPr>
          <a:xfrm>
            <a:off x="2593080" y="1481400"/>
            <a:ext cx="8735040" cy="5157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Управление удаленными ветками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/>
          </p:nvPr>
        </p:nvSpPr>
        <p:spPr>
          <a:xfrm>
            <a:off x="2593080" y="1731240"/>
            <a:ext cx="8914680" cy="496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Чтобы создать локальную ветку с именем, отличным от имени удалённой ветки, просто указываем другое имя: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checkout -b &lt;new branch&gt; &lt;remote&gt;/&lt;branch&gt;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Если уже имеется локальная ветка и необходимо настроить ее на слежение за удалённой веткой, которую вы только что получили, или хотите изменить используемую </a:t>
            </a: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upstream</a:t>
            </a: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-ветку, то воспользуйтесь параметрами -</a:t>
            </a: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u</a:t>
            </a: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 или --</a:t>
            </a: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set</a:t>
            </a: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-</a:t>
            </a: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upstream</a:t>
            </a: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-</a:t>
            </a: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to</a:t>
            </a: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 для команды </a:t>
            </a: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branch</a:t>
            </a: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, чтобы явно установить новое значение.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branch –u &lt;remote&gt;/&lt;branch&gt;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Просмотр настроенные ветки для слежения: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branch</a:t>
            </a: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 –</a:t>
            </a: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vv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Важно отметить, что выведенная информация описывает состояние на момент последнего получения данных с каждого из серверов. Эта команда не обращается к серверам, а лишь говорит вам о том, какая информация с этих серверов сохранена в локальном кэше. Для актуализации: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fetch –all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pull --all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08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strike="noStrike" spc="-1">
                <a:solidFill>
                  <a:schemeClr val="dk1">
                    <a:lumMod val="85000"/>
                    <a:lumOff val="15000"/>
                  </a:schemeClr>
                </a:solidFill>
                <a:latin typeface="Century Gothic"/>
              </a:rPr>
              <a:t>Управление удаленными ветками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2593080" y="1731240"/>
            <a:ext cx="8914680" cy="48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Получить с сервера все изменения в имеющихся ветках и самостоятельно сделать слияние: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fetch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  <a:ea typeface="Microsoft YaHei"/>
              </a:rPr>
              <a:t>Получить с сервера все изменения </a:t>
            </a:r>
            <a:r>
              <a:rPr lang="ru-RU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в имеющихся ветках и автоматически сделать слияние: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pull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Выполнить слияние с активной веткой: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merge &lt;remote&gt;/&lt;branch&gt;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ru-RU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Удаление веток на удаленном сервере после отправки изменений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Century Gothic"/>
              </a:rPr>
              <a:t>git push &lt;remote&gt; --delete &lt;branch&gt;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Легкий дым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1448</TotalTime>
  <Words>550</Words>
  <Application>Microsoft Office PowerPoint</Application>
  <PresentationFormat>Широкоэкранный</PresentationFormat>
  <Paragraphs>68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16</vt:i4>
      </vt:variant>
      <vt:variant>
        <vt:lpstr>Заголовки слайдов</vt:lpstr>
      </vt:variant>
      <vt:variant>
        <vt:i4>14</vt:i4>
      </vt:variant>
    </vt:vector>
  </HeadingPairs>
  <TitlesOfParts>
    <vt:vector size="37" baseType="lpstr">
      <vt:lpstr>Microsoft YaHei</vt:lpstr>
      <vt:lpstr>Arial</vt:lpstr>
      <vt:lpstr>Century Gothic</vt:lpstr>
      <vt:lpstr>Symbol</vt:lpstr>
      <vt:lpstr>Times New Roman</vt:lpstr>
      <vt:lpstr>Wingdings</vt:lpstr>
      <vt:lpstr>Wingdings 3</vt:lpstr>
      <vt:lpstr>Легкий дым</vt:lpstr>
      <vt:lpstr>Легкий дым</vt:lpstr>
      <vt:lpstr>Легкий дым</vt:lpstr>
      <vt:lpstr>Легкий дым</vt:lpstr>
      <vt:lpstr>Легкий дым</vt:lpstr>
      <vt:lpstr>Легкий дым</vt:lpstr>
      <vt:lpstr>Легкий дым</vt:lpstr>
      <vt:lpstr>Легкий дым</vt:lpstr>
      <vt:lpstr>Легкий дым</vt:lpstr>
      <vt:lpstr>Легкий дым</vt:lpstr>
      <vt:lpstr>Легкий дым</vt:lpstr>
      <vt:lpstr>Легкий дым</vt:lpstr>
      <vt:lpstr>Легкий дым</vt:lpstr>
      <vt:lpstr>Легкий дым</vt:lpstr>
      <vt:lpstr>Легкий дым</vt:lpstr>
      <vt:lpstr>Легкий дым</vt:lpstr>
      <vt:lpstr>Распределённая система управления версиями Git, технологии CI/CD.</vt:lpstr>
      <vt:lpstr>Лекция 3.</vt:lpstr>
      <vt:lpstr>Отправка запроса на слияние</vt:lpstr>
      <vt:lpstr>Отправка запроса на слияние</vt:lpstr>
      <vt:lpstr>Прием запроса на слияние</vt:lpstr>
      <vt:lpstr>Подтверждение слияния</vt:lpstr>
      <vt:lpstr>Управление ветками</vt:lpstr>
      <vt:lpstr>Управление ветками</vt:lpstr>
      <vt:lpstr>Управление ветками</vt:lpstr>
      <vt:lpstr>Управление ветками</vt:lpstr>
      <vt:lpstr>Управление удаленными ветками</vt:lpstr>
      <vt:lpstr>Управление удаленными ветками</vt:lpstr>
      <vt:lpstr>Управление удаленными ветками</vt:lpstr>
      <vt:lpstr>Управление удаленными ветками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2.</dc:title>
  <dc:subject/>
  <dc:creator>User</dc:creator>
  <dc:description/>
  <cp:lastModifiedBy>Учетная запись Майкрософт</cp:lastModifiedBy>
  <cp:revision>44</cp:revision>
  <cp:lastPrinted>2024-11-03T12:35:15Z</cp:lastPrinted>
  <dcterms:created xsi:type="dcterms:W3CDTF">2022-11-07T05:23:07Z</dcterms:created>
  <dcterms:modified xsi:type="dcterms:W3CDTF">2026-02-03T09:40:35Z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r8>23</vt:r8>
  </property>
</Properties>
</file>